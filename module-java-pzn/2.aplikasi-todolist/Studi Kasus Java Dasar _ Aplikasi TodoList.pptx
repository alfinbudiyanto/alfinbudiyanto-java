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5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italic.fntdata"/><Relationship Id="rId14" Type="http://schemas.openxmlformats.org/officeDocument/2006/relationships/slide" Target="slides/slide9.xml"/><Relationship Id="rId36" Type="http://schemas.openxmlformats.org/officeDocument/2006/relationships/font" Target="fonts/Raleway-bold.fntdata"/><Relationship Id="rId17" Type="http://schemas.openxmlformats.org/officeDocument/2006/relationships/slide" Target="slides/slide12.xml"/><Relationship Id="rId39" Type="http://schemas.openxmlformats.org/officeDocument/2006/relationships/font" Target="fonts/Lato-regular.fntdata"/><Relationship Id="rId16" Type="http://schemas.openxmlformats.org/officeDocument/2006/relationships/slide" Target="slides/slide11.xml"/><Relationship Id="rId38" Type="http://schemas.openxmlformats.org/officeDocument/2006/relationships/font" Target="fonts/Raleway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b2f5fc9d3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b2f5fc9d3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2f5fc9d3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2f5fc9d3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b2f5fc9d35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b2f5fc9d35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2f5fc9d35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b2f5fc9d35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b2f5fc9d35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b2f5fc9d3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b2f5fc9d35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b2f5fc9d35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b2f5fc9d35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b2f5fc9d35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2f5fc9d3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b2f5fc9d3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3111c2c8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3111c2c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b2f5fc9d35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b2f5fc9d35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b2f5fc9d35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b2f5fc9d35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2f5fc9d35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2f5fc9d3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2f5fc9d35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b2f5fc9d35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3111c2c8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3111c2c8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2f5fc9d3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2f5fc9d3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b3111c2c8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b3111c2c8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2f5fc9d35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b2f5fc9d35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3111c2c8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3111c2c8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b3111c2c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b3111c2c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3111c2c8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3111c2c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3111c2c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3111c2c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b3111c2c8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b3111c2c8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b3111c2c8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b3111c2c8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b3111c2c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b3111c2c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b3111c2c8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b3111c2c8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b3111c2c8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b3111c2c8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b2f5fc9d35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b2f5fc9d35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b2f5fc9d35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b2f5fc9d35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xd.adobe.com/view/b0d73a96-5829-4dd7-b8df-ad04cd972212-e584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Studi</a:t>
            </a:r>
            <a:r>
              <a:rPr lang="id"/>
              <a:t> Kasus Java Dasar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Aplikasi TodoList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23716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Praktek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Dasar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Aplikasi TodoList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Prototype Aplikasi TodoList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Kenapa Butuh Prototype?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Prototype adalah bentuk dasar dari sebuah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pertama kali kita membuat aplikasi, sangat disarankan untuk membuat prototype nya terlebih dahulu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Prototype bisa kita gunakan agar mudah memahami flow aplikasi yang akan kita buat, sehingga tidak salah ketika membuat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Dari prototype juga kita bisa melihat data apa yang dibutuhkan, business logic apa yang dibutuhkan, dan seperti apa tampilan aplikasi yang akan kita buat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Prototype Aplikasi TodoList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https://xd.adobe.com/view/b0d73a96-5829-4dd7-b8df-ad04cd972212-e584/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Main Class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Model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Menentukan Business Logic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Menentukan View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Menampilkan TodoList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 </a:t>
            </a:r>
            <a:r>
              <a:rPr lang="id"/>
              <a:t>Menampilkan TodoList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TodoList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 </a:t>
            </a:r>
            <a:r>
              <a:rPr lang="id"/>
              <a:t>Menambah TodoList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Menghapus TodoList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 </a:t>
            </a:r>
            <a:r>
              <a:rPr lang="id"/>
              <a:t>Menghapus TodoList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Input Data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View Menampilkan TodoList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 </a:t>
            </a:r>
            <a:r>
              <a:rPr lang="id"/>
              <a:t>View Menampilkan TodoList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View Menambah TodoList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 </a:t>
            </a:r>
            <a:r>
              <a:rPr lang="id"/>
              <a:t>View Menambah TodoList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View Menghapus TodoList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 View Menghapus TodoList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Test Seluruh Aplikasi TodoList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Object Oriented Programming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Standard Classes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Generic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Collection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Lambda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Apache Maven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Java Stream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